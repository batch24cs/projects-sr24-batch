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ccordion Black" panose="020B0604020202020204" charset="-128"/>
      <p:regular r:id="rId8"/>
    </p:embeddedFont>
    <p:embeddedFont>
      <p:font typeface="Helvetica World Bold" panose="020B0604020202020204" charset="-128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1B6ACD-4E1F-428B-B680-D5A4B1C2F514}" v="2" dt="2026-06-02T16:29:2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0" d="100"/>
          <a:sy n="40" d="100"/>
        </p:scale>
        <p:origin x="51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hik Aounty" userId="0662021e2d56ffd4" providerId="LiveId" clId="{B13274AA-DCC5-4CD2-936F-F08D2583022A}"/>
    <pc:docChg chg="custSel modSld">
      <pc:chgData name="Karthik Aounty" userId="0662021e2d56ffd4" providerId="LiveId" clId="{B13274AA-DCC5-4CD2-936F-F08D2583022A}" dt="2026-06-02T16:30:03.040" v="103" actId="1076"/>
      <pc:docMkLst>
        <pc:docMk/>
      </pc:docMkLst>
      <pc:sldChg chg="modSp mod">
        <pc:chgData name="Karthik Aounty" userId="0662021e2d56ffd4" providerId="LiveId" clId="{B13274AA-DCC5-4CD2-936F-F08D2583022A}" dt="2026-06-02T16:30:03.040" v="103" actId="1076"/>
        <pc:sldMkLst>
          <pc:docMk/>
          <pc:sldMk cId="0" sldId="256"/>
        </pc:sldMkLst>
        <pc:spChg chg="mod">
          <ac:chgData name="Karthik Aounty" userId="0662021e2d56ffd4" providerId="LiveId" clId="{B13274AA-DCC5-4CD2-936F-F08D2583022A}" dt="2026-06-02T16:30:03.040" v="103" actId="1076"/>
          <ac:spMkLst>
            <pc:docMk/>
            <pc:sldMk cId="0" sldId="256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4004186" y="-2600674"/>
            <a:ext cx="14777046" cy="15720261"/>
          </a:xfrm>
          <a:custGeom>
            <a:avLst/>
            <a:gdLst/>
            <a:ahLst/>
            <a:cxnLst/>
            <a:rect l="l" t="t" r="r" b="b"/>
            <a:pathLst>
              <a:path w="14777046" h="15720261">
                <a:moveTo>
                  <a:pt x="0" y="0"/>
                </a:moveTo>
                <a:lnTo>
                  <a:pt x="14777045" y="0"/>
                </a:lnTo>
                <a:lnTo>
                  <a:pt x="14777045" y="15720261"/>
                </a:lnTo>
                <a:lnTo>
                  <a:pt x="0" y="157202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10734260" y="2307624"/>
            <a:ext cx="7835983" cy="8336152"/>
          </a:xfrm>
          <a:custGeom>
            <a:avLst/>
            <a:gdLst/>
            <a:ahLst/>
            <a:cxnLst/>
            <a:rect l="l" t="t" r="r" b="b"/>
            <a:pathLst>
              <a:path w="7835983" h="8336152">
                <a:moveTo>
                  <a:pt x="0" y="0"/>
                </a:moveTo>
                <a:lnTo>
                  <a:pt x="7835983" y="0"/>
                </a:lnTo>
                <a:lnTo>
                  <a:pt x="7835983" y="8336152"/>
                </a:lnTo>
                <a:lnTo>
                  <a:pt x="0" y="8336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922005" y="9480883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90849" y="9480883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60619" y="9480883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79066" y="1511577"/>
            <a:ext cx="15760854" cy="2714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69"/>
              </a:lnSpc>
            </a:pPr>
            <a:r>
              <a:rPr lang="en-US" sz="5192" dirty="0" err="1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TITLE:Management</a:t>
            </a:r>
            <a:endParaRPr lang="en-US" sz="5192" dirty="0">
              <a:solidFill>
                <a:srgbClr val="000000"/>
              </a:solidFill>
              <a:latin typeface="Accordion Black"/>
              <a:ea typeface="Accordion Black"/>
              <a:cs typeface="Accordion Black"/>
              <a:sym typeface="Accordion Black"/>
            </a:endParaRPr>
          </a:p>
          <a:p>
            <a:pPr>
              <a:lnSpc>
                <a:spcPts val="7269"/>
              </a:lnSpc>
            </a:pPr>
            <a:r>
              <a:rPr lang="en-US" sz="5192" dirty="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BHARAT TRAFFIC AI – Smart Traffic System</a:t>
            </a:r>
          </a:p>
          <a:p>
            <a:pPr algn="l">
              <a:lnSpc>
                <a:spcPts val="7269"/>
              </a:lnSpc>
              <a:spcBef>
                <a:spcPct val="0"/>
              </a:spcBef>
            </a:pPr>
            <a:endParaRPr lang="en-US" sz="5192" dirty="0">
              <a:solidFill>
                <a:srgbClr val="000000"/>
              </a:solidFill>
              <a:latin typeface="Accordion Black"/>
              <a:ea typeface="Accordion Black"/>
              <a:cs typeface="Accordion Black"/>
              <a:sym typeface="Accordion Black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7200" y="4465949"/>
            <a:ext cx="11562396" cy="3984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u="sng" spc="640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Presented by</a:t>
            </a:r>
            <a:r>
              <a:rPr lang="en-US" sz="3200" b="1" spc="640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algn="l">
              <a:lnSpc>
                <a:spcPts val="4480"/>
              </a:lnSpc>
            </a:pPr>
            <a:r>
              <a:rPr lang="en-US" sz="3200" b="1" spc="640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K.Charan Goud :24N81A6264   </a:t>
            </a:r>
          </a:p>
          <a:p>
            <a:pPr algn="l">
              <a:lnSpc>
                <a:spcPts val="4480"/>
              </a:lnSpc>
            </a:pPr>
            <a:r>
              <a:rPr lang="en-US" sz="3200" b="1" spc="640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J Shivaji          :25N85A6203</a:t>
            </a:r>
          </a:p>
          <a:p>
            <a:pPr>
              <a:lnSpc>
                <a:spcPts val="4480"/>
              </a:lnSpc>
            </a:pPr>
            <a:r>
              <a:rPr lang="en-US" sz="3200" b="1" spc="640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 Koushik         :24N81A6213</a:t>
            </a:r>
          </a:p>
          <a:p>
            <a:pPr>
              <a:lnSpc>
                <a:spcPts val="4480"/>
              </a:lnSpc>
            </a:pPr>
            <a:r>
              <a:rPr lang="en-US" sz="3200" b="1" spc="640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 Hemanth        :24N81A6237</a:t>
            </a:r>
          </a:p>
          <a:p>
            <a:pPr>
              <a:lnSpc>
                <a:spcPts val="4480"/>
              </a:lnSpc>
            </a:pPr>
            <a:r>
              <a:rPr lang="en-US" sz="3200" b="1" spc="640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Ram Charam      :25N85A6204</a:t>
            </a:r>
          </a:p>
          <a:p>
            <a:pPr algn="l">
              <a:lnSpc>
                <a:spcPts val="4480"/>
              </a:lnSpc>
            </a:pPr>
            <a:endParaRPr lang="en-US" sz="3200" b="1" spc="640" dirty="0">
              <a:solidFill>
                <a:srgbClr val="000000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61778" y="141014"/>
            <a:ext cx="12585179" cy="1244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  <a:spcBef>
                <a:spcPct val="0"/>
              </a:spcBef>
            </a:pPr>
            <a:r>
              <a:rPr lang="en-US" sz="6520" u="sng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1778" y="2013745"/>
            <a:ext cx="13510341" cy="605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1.Traffic congestion is a major issue in Indian cities</a:t>
            </a:r>
          </a:p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2.Fixed-timer signals do not adapt to real-time traffic</a:t>
            </a:r>
          </a:p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3.Leads to: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Increased travel time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Fuel wastage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Pollution</a:t>
            </a:r>
          </a:p>
          <a:p>
            <a:pPr algn="l">
              <a:lnSpc>
                <a:spcPts val="5599"/>
              </a:lnSpc>
            </a:pPr>
            <a:r>
              <a:rPr lang="en-US" sz="39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4.Road rage &amp; accidents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5.Lack of intelligent traffic monitoring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771525"/>
            <a:ext cx="10477520" cy="124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  <a:spcBef>
                <a:spcPct val="0"/>
              </a:spcBef>
            </a:pPr>
            <a:r>
              <a:rPr lang="en-US" sz="652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Solution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777144"/>
            <a:ext cx="10477520" cy="486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Developed an AI-based traffic simulation system</a:t>
            </a:r>
          </a:p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Monitors traffic across multiple cities in India</a:t>
            </a:r>
          </a:p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Dynamically adjusts signal timings</a:t>
            </a:r>
          </a:p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Detects incidents and reroutes traffic</a:t>
            </a:r>
          </a:p>
          <a:p>
            <a:pPr marL="781290" lvl="1" indent="-390645" algn="l">
              <a:lnSpc>
                <a:spcPts val="5066"/>
              </a:lnSpc>
              <a:buFont typeface="Arial"/>
              <a:buChar char="•"/>
            </a:pPr>
            <a:r>
              <a:rPr lang="en-US" sz="3618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Provides real-time analytics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-18894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560651" y="771525"/>
            <a:ext cx="9945569" cy="124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  <a:spcBef>
                <a:spcPct val="0"/>
              </a:spcBef>
            </a:pPr>
            <a:r>
              <a:rPr lang="en-US" sz="652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Technology Stack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746375"/>
            <a:ext cx="11138534" cy="463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4000" b="1" u="sng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Frontend</a:t>
            </a:r>
            <a:r>
              <a:rPr lang="en-US" sz="40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HTML, CSS, JavaScript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Advanced UI (dashboard design)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4000" b="1" u="sng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Backend</a:t>
            </a:r>
            <a:r>
              <a:rPr lang="en-US" sz="40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Python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Flask (Web Framework)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4000" b="1" u="sng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Other Technologies</a:t>
            </a:r>
            <a:r>
              <a:rPr lang="en-US" sz="40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Multithreading (real-time simulation)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Structures (Queues, Dictionaries)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3200" b="1" dirty="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Random simulation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7541634" y="1162569"/>
            <a:ext cx="11935807" cy="12697667"/>
          </a:xfrm>
          <a:custGeom>
            <a:avLst/>
            <a:gdLst/>
            <a:ahLst/>
            <a:cxnLst/>
            <a:rect l="l" t="t" r="r" b="b"/>
            <a:pathLst>
              <a:path w="11935807" h="12697667">
                <a:moveTo>
                  <a:pt x="0" y="0"/>
                </a:moveTo>
                <a:lnTo>
                  <a:pt x="11935807" y="0"/>
                </a:lnTo>
                <a:lnTo>
                  <a:pt x="11935807" y="12697667"/>
                </a:lnTo>
                <a:lnTo>
                  <a:pt x="0" y="126976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023491" y="5332449"/>
            <a:ext cx="5784284" cy="6153493"/>
          </a:xfrm>
          <a:custGeom>
            <a:avLst/>
            <a:gdLst/>
            <a:ahLst/>
            <a:cxnLst/>
            <a:rect l="l" t="t" r="r" b="b"/>
            <a:pathLst>
              <a:path w="5784284" h="6153493">
                <a:moveTo>
                  <a:pt x="0" y="0"/>
                </a:moveTo>
                <a:lnTo>
                  <a:pt x="5784284" y="0"/>
                </a:lnTo>
                <a:lnTo>
                  <a:pt x="5784284" y="6153494"/>
                </a:lnTo>
                <a:lnTo>
                  <a:pt x="0" y="6153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23719" cy="1713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144000" y="2517727"/>
            <a:ext cx="7150565" cy="5629445"/>
          </a:xfrm>
          <a:custGeom>
            <a:avLst/>
            <a:gdLst/>
            <a:ahLst/>
            <a:cxnLst/>
            <a:rect l="l" t="t" r="r" b="b"/>
            <a:pathLst>
              <a:path w="7150565" h="5629445">
                <a:moveTo>
                  <a:pt x="0" y="0"/>
                </a:moveTo>
                <a:lnTo>
                  <a:pt x="7150565" y="0"/>
                </a:lnTo>
                <a:lnTo>
                  <a:pt x="7150565" y="5629445"/>
                </a:lnTo>
                <a:lnTo>
                  <a:pt x="0" y="56294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1028700" y="771525"/>
            <a:ext cx="6236709" cy="124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8"/>
              </a:lnSpc>
              <a:spcBef>
                <a:spcPct val="0"/>
              </a:spcBef>
            </a:pPr>
            <a:r>
              <a:rPr lang="en-US" sz="6520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Limitations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727325"/>
            <a:ext cx="6930643" cy="2985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Currently a simulation (not real-world integrated)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Uses random data instead of real sensors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 live CCTV integration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3695216" y="-2929365"/>
            <a:ext cx="15394984" cy="16377643"/>
          </a:xfrm>
          <a:custGeom>
            <a:avLst/>
            <a:gdLst/>
            <a:ahLst/>
            <a:cxnLst/>
            <a:rect l="l" t="t" r="r" b="b"/>
            <a:pathLst>
              <a:path w="15394984" h="16377643">
                <a:moveTo>
                  <a:pt x="0" y="0"/>
                </a:moveTo>
                <a:lnTo>
                  <a:pt x="15394985" y="0"/>
                </a:lnTo>
                <a:lnTo>
                  <a:pt x="15394985" y="16377643"/>
                </a:lnTo>
                <a:lnTo>
                  <a:pt x="0" y="163776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734260" y="2307624"/>
            <a:ext cx="7835983" cy="8336152"/>
          </a:xfrm>
          <a:custGeom>
            <a:avLst/>
            <a:gdLst/>
            <a:ahLst/>
            <a:cxnLst/>
            <a:rect l="l" t="t" r="r" b="b"/>
            <a:pathLst>
              <a:path w="7835983" h="8336152">
                <a:moveTo>
                  <a:pt x="0" y="0"/>
                </a:moveTo>
                <a:lnTo>
                  <a:pt x="7835983" y="0"/>
                </a:lnTo>
                <a:lnTo>
                  <a:pt x="7835983" y="8336152"/>
                </a:lnTo>
                <a:lnTo>
                  <a:pt x="0" y="8336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1028700" y="8788554"/>
            <a:ext cx="469746" cy="469746"/>
            <a:chOff x="0" y="0"/>
            <a:chExt cx="123719" cy="1237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71982" y="8788554"/>
            <a:ext cx="469746" cy="469746"/>
            <a:chOff x="0" y="0"/>
            <a:chExt cx="123719" cy="123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5265" y="8788554"/>
            <a:ext cx="469746" cy="469746"/>
            <a:chOff x="0" y="0"/>
            <a:chExt cx="123719" cy="123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3719" cy="123719"/>
            </a:xfrm>
            <a:custGeom>
              <a:avLst/>
              <a:gdLst/>
              <a:ahLst/>
              <a:cxnLst/>
              <a:rect l="l" t="t" r="r" b="b"/>
              <a:pathLst>
                <a:path w="123719" h="123719">
                  <a:moveTo>
                    <a:pt x="0" y="0"/>
                  </a:moveTo>
                  <a:lnTo>
                    <a:pt x="123719" y="0"/>
                  </a:lnTo>
                  <a:lnTo>
                    <a:pt x="123719" y="123719"/>
                  </a:lnTo>
                  <a:lnTo>
                    <a:pt x="0" y="12371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3719" cy="161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859949"/>
            <a:ext cx="9705560" cy="2194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13"/>
              </a:lnSpc>
              <a:spcBef>
                <a:spcPct val="0"/>
              </a:spcBef>
            </a:pPr>
            <a:r>
              <a:rPr lang="en-US" sz="11509">
                <a:solidFill>
                  <a:srgbClr val="000000"/>
                </a:solidFill>
                <a:latin typeface="Accordion Black"/>
                <a:ea typeface="Accordion Black"/>
                <a:cs typeface="Accordion Black"/>
                <a:sym typeface="Accordion Black"/>
              </a:rPr>
              <a:t>THANK YOU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28700" y="4756993"/>
            <a:ext cx="4852780" cy="0"/>
          </a:xfrm>
          <a:prstGeom prst="line">
            <a:avLst/>
          </a:prstGeom>
          <a:ln w="762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175</Words>
  <Application>Microsoft Office PowerPoint</Application>
  <PresentationFormat>Custom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Helvetica World Bold</vt:lpstr>
      <vt:lpstr>Accordion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BHARAT TRAFFIC AI – Smart Traffic Management System Subtitle: AI-Based Real-Time Traffic Optimization for India Presented by: Your Name</dc:title>
  <cp:lastModifiedBy>Karthik Aounty</cp:lastModifiedBy>
  <cp:revision>3</cp:revision>
  <dcterms:created xsi:type="dcterms:W3CDTF">2006-08-16T00:00:00Z</dcterms:created>
  <dcterms:modified xsi:type="dcterms:W3CDTF">2026-06-02T16:30:06Z</dcterms:modified>
  <dc:identifier>DAHFYvbXxm8</dc:identifier>
</cp:coreProperties>
</file>